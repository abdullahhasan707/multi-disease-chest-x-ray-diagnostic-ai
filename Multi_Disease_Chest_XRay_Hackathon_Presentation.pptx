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5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1016" y="-3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1E575-B227-4B98-A3D1-5A467ACF522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686C4-ABC4-4510-9855-466A64147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31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89373" y="3302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Multi-Disease Chest X-Ray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43617"/>
            <a:ext cx="8046720" cy="874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Lead: Abdullah </a:t>
            </a:r>
            <a:r>
              <a:rPr lang="en-US" sz="1600" dirty="0" err="1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Hasan</a:t>
            </a:r>
            <a:r>
              <a:rPr lang="en-US" sz="16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Shah  (BSCS 5</a:t>
            </a:r>
            <a:r>
              <a:rPr lang="en-US" sz="1600" baseline="300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r>
              <a:rPr lang="en-US" sz="16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semester</a:t>
            </a:r>
            <a:r>
              <a:rPr lang="en-US" sz="16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Abdullah Hasan Shah  |  BS Computer Science  |  University of Technology Nowshera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303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Multi-Disease Chest X-Ray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DenseNet121 · Grad-CAM · Streamlit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doctors who are not radiologists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Abdullah Hasan Shah  |  BS Computer Science  |  University of Technology Nowshera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in Pakistan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 and pneumonia cause tens of thousands of deaths every year.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68213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Tuberculosis (TB)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51,000 deaths / year
140+ deaths every day
1,800+ new cases daily
5th highest TB burden globally
669k–686k people affected yearly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80,000 children die yearly
Leading cause of child mortality
Many clinics lack radiologists
Delays in reading X-rays cost lives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This For?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replacement for radiologists — support for frontline doctors.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447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Physicians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second opinion on chest X-rays in busy OPDs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677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/ Tehsil Clinics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specialist radiologists are not available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0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&amp; Screening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649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triage for pneumonia, TB, and COVID-19 patterns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Students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1879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aid with visual Grad-CAM explanation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Method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41732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multi-class chest X-rays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· Pneumonia · COVID · TB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41732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9748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28346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DenseNet121 transfer learning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for 4 classes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40680" y="141732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9204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28346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heatmaps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where model looked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11887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7635240" y="141732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28346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app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X-ray → instant result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199" y="914400"/>
            <a:ext cx="2650067" cy="15494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83.79%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39" y="914400"/>
            <a:ext cx="2634827" cy="15494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F1-Score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15494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Classes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199" y="2745740"/>
            <a:ext cx="8229600" cy="11201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79" y="3268980"/>
            <a:ext cx="786384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doctor sees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Predicted disease + confidence   2) Probability chart   3) Grad-CAM heatmap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(warmer colors = regions the model focused on — helps non-specialists trust the result)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76333" y="194733"/>
            <a:ext cx="3706706" cy="2116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300" b="1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F1-Score</a:t>
            </a:r>
            <a:endParaRPr lang="en-US" sz="2300" dirty="0" smtClean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 smtClean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 </a:t>
            </a: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  </a:t>
            </a:r>
            <a:r>
              <a:rPr lang="en-US" sz="1400" dirty="0" smtClean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 smtClean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0.75 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 smtClean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 0.86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 smtClean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 </a:t>
            </a: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84151"/>
            <a:ext cx="5029200" cy="2387600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4"/>
          <a:stretch>
            <a:fillRect/>
          </a:stretch>
        </p:blipFill>
        <p:spPr>
          <a:xfrm>
            <a:off x="228600" y="2692400"/>
            <a:ext cx="85852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05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&amp; Links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https://multi-disease-chest-x-ray-diagnostic.streamlit.app/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https://github.com/AbdullahHasan707/Multi-Disease-Chest-X-Ray-Diagnostic-AI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X-ray → Get diagnosis, confidence, and Grad-CAM in seconds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AI tool that helps non-radiologist doctors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chest X-rays for pneumonia, TB, and COVID-19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visual explanations they can understand.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support only — not a final medical diagnosis.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317</Words>
  <Application>Microsoft Office PowerPoint</Application>
  <PresentationFormat>On-screen Show (16:9)</PresentationFormat>
  <Paragraphs>78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Multi-Disease Chest X-Ray Diagnostic AI</dc:title>
  <dc:subject>AI Hackathon Pakistan</dc:subject>
  <dc:creator>Abdullah Hasan Shah</dc:creator>
  <cp:lastModifiedBy>ok</cp:lastModifiedBy>
  <cp:revision>11</cp:revision>
  <dcterms:created xsi:type="dcterms:W3CDTF">2026-09-03T07:13:39Z</dcterms:created>
  <dcterms:modified xsi:type="dcterms:W3CDTF">2026-10-15T03:48:43Z</dcterms:modified>
</cp:coreProperties>
</file>